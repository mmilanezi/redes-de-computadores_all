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3A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57B547-823D-E33D-5703-DED1FC40A588}" v="7" dt="2022-12-21T20:05:31.954"/>
    <p1510:client id="{38EC1297-6C69-639A-0270-320105EF1CC1}" v="286" dt="2022-12-27T04:41:57.745"/>
    <p1510:client id="{96B91E6E-2B90-4B0A-910D-2E084C0CB4C9}" v="101" dt="2022-12-21T20:04:50.504"/>
    <p1510:client id="{BBEA8295-0D65-8769-C487-3DB81639703E}" v="17" dt="2022-12-21T20:07:34.6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82" d="100"/>
          <a:sy n="82" d="100"/>
        </p:scale>
        <p:origin x="53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10.01.2023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10.01.2023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10.01.2023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10.01.2023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10.01.2023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10.01.2023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10.01.2023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10.01.2023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10.01.2023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10.01.2023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10.01.2023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10.01.2023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9" descr="Logotipo&#10;&#10;Descrição gerada automaticamente">
            <a:extLst>
              <a:ext uri="{FF2B5EF4-FFF2-40B4-BE49-F238E27FC236}">
                <a16:creationId xmlns:a16="http://schemas.microsoft.com/office/drawing/2014/main" id="{1C254378-932E-D107-7AF0-C69E4F4F0A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7" y="835"/>
            <a:ext cx="12164212" cy="6847890"/>
          </a:xfr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9669DDF-9CF7-6F42-C37E-8561C5AB2394}"/>
              </a:ext>
            </a:extLst>
          </p:cNvPr>
          <p:cNvSpPr txBox="1"/>
          <p:nvPr/>
        </p:nvSpPr>
        <p:spPr>
          <a:xfrm>
            <a:off x="5264727" y="2690089"/>
            <a:ext cx="4190999" cy="8463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900" b="1" dirty="0">
                <a:solidFill>
                  <a:srgbClr val="253A7E"/>
                </a:solidFill>
                <a:cs typeface="Calibri"/>
              </a:rPr>
              <a:t>Nome do Curso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744DAD0-6EDC-6766-1D69-FD1DEAD4060D}"/>
              </a:ext>
            </a:extLst>
          </p:cNvPr>
          <p:cNvSpPr txBox="1"/>
          <p:nvPr/>
        </p:nvSpPr>
        <p:spPr>
          <a:xfrm>
            <a:off x="5264727" y="3342406"/>
            <a:ext cx="424872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200" dirty="0">
                <a:solidFill>
                  <a:srgbClr val="253A7E"/>
                </a:solidFill>
                <a:cs typeface="Calibri"/>
              </a:rPr>
              <a:t>nome da disciplina</a:t>
            </a:r>
            <a:endParaRPr lang="pt-BR" sz="42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480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7" descr="Logotipo&#10;&#10;Descrição gerada automaticamente">
            <a:extLst>
              <a:ext uri="{FF2B5EF4-FFF2-40B4-BE49-F238E27FC236}">
                <a16:creationId xmlns:a16="http://schemas.microsoft.com/office/drawing/2014/main" id="{462E1515-B6AC-54AA-DA27-F083E61F8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" y="189"/>
            <a:ext cx="12177963" cy="684759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BD267A8-54AE-8BCB-2EC4-B551F38F6A9F}"/>
              </a:ext>
            </a:extLst>
          </p:cNvPr>
          <p:cNvSpPr txBox="1"/>
          <p:nvPr/>
        </p:nvSpPr>
        <p:spPr>
          <a:xfrm>
            <a:off x="5738091" y="2805544"/>
            <a:ext cx="4190999" cy="8463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900" b="1" dirty="0">
                <a:solidFill>
                  <a:srgbClr val="FFFFFF"/>
                </a:solidFill>
                <a:cs typeface="Calibri"/>
              </a:rPr>
              <a:t>Nome do Curso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640C20D-7435-EC8E-CE5F-5BCAF173383A}"/>
              </a:ext>
            </a:extLst>
          </p:cNvPr>
          <p:cNvSpPr txBox="1"/>
          <p:nvPr/>
        </p:nvSpPr>
        <p:spPr>
          <a:xfrm>
            <a:off x="5738091" y="3457861"/>
            <a:ext cx="424872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200" dirty="0">
                <a:solidFill>
                  <a:srgbClr val="FFFFFF"/>
                </a:solidFill>
                <a:cs typeface="Calibri"/>
              </a:rPr>
              <a:t>nome da disciplina</a:t>
            </a:r>
            <a:endParaRPr lang="pt-BR" sz="4200">
              <a:solidFill>
                <a:srgbClr val="FFFFFF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10" descr="Forma&#10;&#10;Descrição gerada automaticamente">
            <a:extLst>
              <a:ext uri="{FF2B5EF4-FFF2-40B4-BE49-F238E27FC236}">
                <a16:creationId xmlns:a16="http://schemas.microsoft.com/office/drawing/2014/main" id="{B1CC14E7-F2C5-29F2-34EA-7FC5B2F11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" y="189"/>
            <a:ext cx="12198015" cy="6857623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DD11B41-045E-0E4F-437B-B288D141A4CE}"/>
              </a:ext>
            </a:extLst>
          </p:cNvPr>
          <p:cNvSpPr txBox="1"/>
          <p:nvPr/>
        </p:nvSpPr>
        <p:spPr>
          <a:xfrm>
            <a:off x="1720272" y="1500907"/>
            <a:ext cx="4190999" cy="8463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900" b="1" dirty="0">
                <a:solidFill>
                  <a:srgbClr val="253A7E"/>
                </a:solidFill>
                <a:cs typeface="Calibri"/>
              </a:rPr>
              <a:t>Nome do Curso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DB9D794-268A-B7B4-A8DA-A9D5291458F2}"/>
              </a:ext>
            </a:extLst>
          </p:cNvPr>
          <p:cNvSpPr txBox="1"/>
          <p:nvPr/>
        </p:nvSpPr>
        <p:spPr>
          <a:xfrm>
            <a:off x="1720272" y="2153224"/>
            <a:ext cx="424872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200" dirty="0">
                <a:solidFill>
                  <a:srgbClr val="253A7E"/>
                </a:solidFill>
                <a:cs typeface="Calibri"/>
              </a:rPr>
              <a:t>nome da disciplina</a:t>
            </a:r>
            <a:endParaRPr lang="pt-BR" sz="4200">
              <a:cs typeface="Calibri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8C9DC64-4F9E-359A-0812-F31A56F86BED}"/>
              </a:ext>
            </a:extLst>
          </p:cNvPr>
          <p:cNvSpPr txBox="1"/>
          <p:nvPr/>
        </p:nvSpPr>
        <p:spPr>
          <a:xfrm>
            <a:off x="1720273" y="2944091"/>
            <a:ext cx="8890000" cy="21852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Lorem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ipsum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dolor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sit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amet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,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consectetur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adipiscing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elit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,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sed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do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eiusmod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tempor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incididunt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ut labore et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dolore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magna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aliqua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. Ut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enim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ad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minim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veniam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, quis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nostrud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exercitation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ullamco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laboris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nisi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ut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aliquip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ex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ea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commodo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consequat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.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Duis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aute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irure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dolor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in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reprehenderit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in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voluptate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velit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esse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cillum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dolore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eu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fugiat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nulla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pariatur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.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Excepteur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sint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occaecat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cupidatat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non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proident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, sunt in culpa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qui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officia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deserunt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mollit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anim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 id est 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laborum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. 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Lorem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 ipsum 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dolor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sit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amet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, 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consectetur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adipiscing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elit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, 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sed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 do 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eiusmod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tempor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incididunt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 ut labore et 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dolore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 magna 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aliqua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. Ut 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enim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 ad 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minim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veniam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, quis 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nostrud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exercitation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ullamco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laboris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253A7E"/>
                </a:solidFill>
                <a:ea typeface="+mn-lt"/>
                <a:cs typeface="+mn-lt"/>
              </a:rPr>
              <a:t>nisi</a:t>
            </a:r>
            <a:r>
              <a:rPr lang="pt-BR" sz="1700" dirty="0">
                <a:solidFill>
                  <a:srgbClr val="253A7E"/>
                </a:solidFill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9722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3" descr="Uma imagem contendo Gráfico&#10;&#10;Descrição gerada automaticamente">
            <a:extLst>
              <a:ext uri="{FF2B5EF4-FFF2-40B4-BE49-F238E27FC236}">
                <a16:creationId xmlns:a16="http://schemas.microsoft.com/office/drawing/2014/main" id="{D1ED3B1D-2F3C-87FA-435D-A77E57EA89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7" y="-9191"/>
            <a:ext cx="12184265" cy="6857917"/>
          </a:xfr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9ACE434-58E1-933B-46F1-82838DADF965}"/>
              </a:ext>
            </a:extLst>
          </p:cNvPr>
          <p:cNvSpPr txBox="1"/>
          <p:nvPr/>
        </p:nvSpPr>
        <p:spPr>
          <a:xfrm>
            <a:off x="1743363" y="1500907"/>
            <a:ext cx="4190999" cy="8463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900" b="1" dirty="0">
                <a:solidFill>
                  <a:srgbClr val="FFFFFF"/>
                </a:solidFill>
                <a:cs typeface="Calibri"/>
              </a:rPr>
              <a:t>Nome do Curso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5EA4BA8-E0B7-E953-658C-DE31702FD887}"/>
              </a:ext>
            </a:extLst>
          </p:cNvPr>
          <p:cNvSpPr txBox="1"/>
          <p:nvPr/>
        </p:nvSpPr>
        <p:spPr>
          <a:xfrm>
            <a:off x="1743363" y="2153224"/>
            <a:ext cx="424872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200" dirty="0">
                <a:solidFill>
                  <a:srgbClr val="FFFFFF"/>
                </a:solidFill>
                <a:cs typeface="Calibri"/>
              </a:rPr>
              <a:t>nome da disciplina</a:t>
            </a:r>
            <a:endParaRPr lang="pt-BR" sz="4200">
              <a:solidFill>
                <a:srgbClr val="FFFFFF"/>
              </a:solidFill>
              <a:cs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2375152-0232-7B55-3111-129CE1E7EA8D}"/>
              </a:ext>
            </a:extLst>
          </p:cNvPr>
          <p:cNvSpPr txBox="1"/>
          <p:nvPr/>
        </p:nvSpPr>
        <p:spPr>
          <a:xfrm>
            <a:off x="1743364" y="2944091"/>
            <a:ext cx="8890000" cy="21852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Lorem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ipsum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dolor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sit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amet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consectetur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adipiscing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elit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sed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do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eiusmod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tempor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incididunt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ut labore et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dolore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magna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aliqua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. Ut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enim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ad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minim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veniam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, quis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nostrud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exercitation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ullamco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laboris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nisi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ut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aliquip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ex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ea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commodo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consequat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.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Duis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aute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irure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dolor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in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reprehenderit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in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voluptate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velit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esse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cillum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dolore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eu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fugiat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nulla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pariatur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.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Excepteur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sint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occaecat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cupidatat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non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proident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, sunt in culpa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qui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officia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deserunt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mollit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anim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id est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laborum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.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Lorem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ipsum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dolor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sit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amet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,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consectetur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adipiscing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elit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,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sed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do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eiusmod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tempor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incididunt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ut labore et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dolore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magna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aliqua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. Ut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enim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ad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minim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veniam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, quis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nostrud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exercitation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ullamco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laboris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nisi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3697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1">
            <a:extLst>
              <a:ext uri="{FF2B5EF4-FFF2-40B4-BE49-F238E27FC236}">
                <a16:creationId xmlns:a16="http://schemas.microsoft.com/office/drawing/2014/main" id="{040B8B03-6C82-EE96-7410-4A9EB25087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7" y="835"/>
            <a:ext cx="12174238" cy="6847890"/>
          </a:xfr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84F768F-AC9E-5A60-9E0F-E18715178A4E}"/>
              </a:ext>
            </a:extLst>
          </p:cNvPr>
          <p:cNvSpPr txBox="1"/>
          <p:nvPr/>
        </p:nvSpPr>
        <p:spPr>
          <a:xfrm>
            <a:off x="1639454" y="1500907"/>
            <a:ext cx="4190999" cy="8463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900" b="1" dirty="0">
                <a:solidFill>
                  <a:srgbClr val="FFFFFF"/>
                </a:solidFill>
                <a:cs typeface="Calibri"/>
              </a:rPr>
              <a:t>Nome do Curso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D83C084-4BA8-3BE2-1448-115638C37D17}"/>
              </a:ext>
            </a:extLst>
          </p:cNvPr>
          <p:cNvSpPr txBox="1"/>
          <p:nvPr/>
        </p:nvSpPr>
        <p:spPr>
          <a:xfrm>
            <a:off x="1639454" y="2153224"/>
            <a:ext cx="424872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200" dirty="0">
                <a:solidFill>
                  <a:srgbClr val="FFFFFF"/>
                </a:solidFill>
                <a:cs typeface="Calibri"/>
              </a:rPr>
              <a:t>nome da disciplina</a:t>
            </a:r>
            <a:endParaRPr lang="pt-BR" sz="4200">
              <a:solidFill>
                <a:srgbClr val="FFFFFF"/>
              </a:solidFill>
              <a:cs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3BB07FF-8B75-C55C-39BC-DD2262B71C40}"/>
              </a:ext>
            </a:extLst>
          </p:cNvPr>
          <p:cNvSpPr txBox="1"/>
          <p:nvPr/>
        </p:nvSpPr>
        <p:spPr>
          <a:xfrm>
            <a:off x="1639455" y="2944091"/>
            <a:ext cx="8890000" cy="21852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Lorem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ipsum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dolor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sit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amet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consectetur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adipiscing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elit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sed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do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eiusmod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tempor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incididunt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ut labore et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dolore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magna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aliqua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. Ut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enim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ad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minim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veniam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, quis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nostrud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exercitation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ullamco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laboris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nisi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ut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aliquip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ex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ea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commodo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consequat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.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Duis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aute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irure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dolor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in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reprehenderit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in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voluptate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velit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esse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cillum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dolore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eu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fugiat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nulla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pariatur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.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Excepteur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sint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occaecat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cupidatat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non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proident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, sunt in culpa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qui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officia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deserunt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mollit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anim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 id est 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laborum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.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Lorem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ipsum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dolor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sit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amet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,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consectetur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adipiscing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elit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,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sed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do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eiusmod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tempor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incididunt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ut labore et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dolore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magna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aliqua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. Ut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enim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ad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minim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veniam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, quis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nostrud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exercitation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ullamco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laboris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pt-BR" sz="1700" dirty="0" err="1">
                <a:solidFill>
                  <a:srgbClr val="FFFFFF"/>
                </a:solidFill>
                <a:ea typeface="+mn-lt"/>
                <a:cs typeface="+mn-lt"/>
              </a:rPr>
              <a:t>nisi</a:t>
            </a:r>
            <a:r>
              <a:rPr lang="pt-BR" sz="1700" dirty="0">
                <a:solidFill>
                  <a:srgbClr val="FFFFFF"/>
                </a:solidFill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9505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5" descr="Logotipo&#10;&#10;Descrição gerada automaticamente">
            <a:extLst>
              <a:ext uri="{FF2B5EF4-FFF2-40B4-BE49-F238E27FC236}">
                <a16:creationId xmlns:a16="http://schemas.microsoft.com/office/drawing/2014/main" id="{6C485452-EADE-50E8-BC31-D474BD270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51" y="-2649"/>
            <a:ext cx="12187989" cy="685762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33E87F6-F3DF-D30F-9DC4-3CC011730FFA}"/>
              </a:ext>
            </a:extLst>
          </p:cNvPr>
          <p:cNvSpPr txBox="1"/>
          <p:nvPr/>
        </p:nvSpPr>
        <p:spPr>
          <a:xfrm>
            <a:off x="5974772" y="2793998"/>
            <a:ext cx="4190999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6600" b="1" dirty="0">
                <a:solidFill>
                  <a:srgbClr val="253A7E"/>
                </a:solidFill>
                <a:cs typeface="Calibri"/>
              </a:rPr>
              <a:t>Obrigada.</a:t>
            </a:r>
            <a:endParaRPr lang="pt-BR" sz="6600">
              <a:solidFill>
                <a:srgbClr val="253A7E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8701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7">
            <a:extLst>
              <a:ext uri="{FF2B5EF4-FFF2-40B4-BE49-F238E27FC236}">
                <a16:creationId xmlns:a16="http://schemas.microsoft.com/office/drawing/2014/main" id="{0705BAEE-28BD-1126-F93D-A9E67D2BBC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7" y="835"/>
            <a:ext cx="12174238" cy="6847890"/>
          </a:xfr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7F76416-103C-1CE3-9026-27936BF2D4EF}"/>
              </a:ext>
            </a:extLst>
          </p:cNvPr>
          <p:cNvSpPr txBox="1"/>
          <p:nvPr/>
        </p:nvSpPr>
        <p:spPr>
          <a:xfrm>
            <a:off x="6471227" y="2793998"/>
            <a:ext cx="4190999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6600" b="1" dirty="0">
                <a:solidFill>
                  <a:srgbClr val="FFFFFF"/>
                </a:solidFill>
                <a:cs typeface="Calibri"/>
              </a:rPr>
              <a:t>Obrigada.</a:t>
            </a:r>
            <a:endParaRPr lang="pt-BR" sz="6600">
              <a:solidFill>
                <a:srgbClr val="FFFFFF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30128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>Taciana Lima</cp:lastModifiedBy>
  <cp:revision>132</cp:revision>
  <dcterms:created xsi:type="dcterms:W3CDTF">2022-12-21T19:57:02Z</dcterms:created>
  <dcterms:modified xsi:type="dcterms:W3CDTF">2023-01-10T21:05:42Z</dcterms:modified>
</cp:coreProperties>
</file>